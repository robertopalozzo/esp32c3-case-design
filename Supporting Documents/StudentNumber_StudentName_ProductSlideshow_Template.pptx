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ESP32-C3 Zero Protective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83464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FFFFF"/>
                </a:solidFill>
              </a:rPr>
              <a:t>Product Slideshow Template | Student name | Student number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FFFFFF"/>
                </a:solidFill>
              </a:rPr>
              <a:t>Product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57607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Product name: [insert name]</a:t>
            </a:r>
          </a:p>
          <a:p>
            <a:pPr>
              <a:defRPr sz="2000"/>
            </a:pPr>
            <a:r>
              <a:t>Purpose: protect the ESP32-C3 Zero board</a:t>
            </a:r>
          </a:p>
          <a:p>
            <a:pPr>
              <a:defRPr sz="2000"/>
            </a:pPr>
            <a:r>
              <a:t>Problem solved: [explain briefly]</a:t>
            </a:r>
          </a:p>
          <a:p>
            <a:pPr>
              <a:defRPr sz="2000"/>
            </a:pPr>
            <a:r>
              <a:t>Intended users: [students/makers/technicians]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143000"/>
            <a:ext cx="4663440" cy="3931920"/>
          </a:xfrm>
          <a:prstGeom prst="roundRect">
            <a:avLst/>
          </a:prstGeom>
          <a:solidFill>
            <a:srgbClr val="F2F2F2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274320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5A5A5A"/>
                </a:solidFill>
              </a:rPr>
              <a:t>Insert image here</a:t>
            </a:r>
          </a:p>
          <a:p>
            <a:r>
              <a:rPr sz="1600">
                <a:solidFill>
                  <a:srgbClr val="5A5A5A"/>
                </a:solidFill>
              </a:rPr>
              <a:t>(3D model or printed prototype)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57607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Protection for board and components</a:t>
            </a:r>
          </a:p>
          <a:p>
            <a:pPr>
              <a:defRPr sz="2000"/>
            </a:pPr>
            <a:r>
              <a:t>Airflow or ventilation features</a:t>
            </a:r>
          </a:p>
          <a:p>
            <a:pPr>
              <a:defRPr sz="2000"/>
            </a:pPr>
            <a:r>
              <a:t>Access to USB and key ports</a:t>
            </a:r>
          </a:p>
          <a:p>
            <a:pPr>
              <a:defRPr sz="2000"/>
            </a:pPr>
            <a:r>
              <a:t>Secure fit for the ESP32-C3 Zero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143000"/>
            <a:ext cx="4663440" cy="3931920"/>
          </a:xfrm>
          <a:prstGeom prst="roundRect">
            <a:avLst/>
          </a:prstGeom>
          <a:solidFill>
            <a:srgbClr val="F2F2F2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274320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5A5A5A"/>
                </a:solidFill>
              </a:rPr>
              <a:t>Insert image here</a:t>
            </a:r>
          </a:p>
          <a:p>
            <a:r>
              <a:rPr sz="1600">
                <a:solidFill>
                  <a:srgbClr val="5A5A5A"/>
                </a:solidFill>
              </a:rPr>
              <a:t>(3D model or printed prototype)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FFFFFF"/>
                </a:solidFill>
              </a:rPr>
              <a:t>Design and Prototype Images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57607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Insert screenshots/photos of the model or prototype</a:t>
            </a:r>
          </a:p>
          <a:p>
            <a:pPr>
              <a:defRPr sz="2000"/>
            </a:pPr>
            <a:r>
              <a:t>Label each image clearly</a:t>
            </a:r>
          </a:p>
          <a:p>
            <a:pPr>
              <a:defRPr sz="2000"/>
            </a:pPr>
            <a:r>
              <a:t>Use clear, high-quality images with readable contrast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143000"/>
            <a:ext cx="4663440" cy="3931920"/>
          </a:xfrm>
          <a:prstGeom prst="roundRect">
            <a:avLst/>
          </a:prstGeom>
          <a:solidFill>
            <a:srgbClr val="F2F2F2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274320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5A5A5A"/>
                </a:solidFill>
              </a:rPr>
              <a:t>Insert image here</a:t>
            </a:r>
          </a:p>
          <a:p>
            <a:r>
              <a:rPr sz="1600">
                <a:solidFill>
                  <a:srgbClr val="5A5A5A"/>
                </a:solidFill>
              </a:rPr>
              <a:t>(3D model or printed prototype)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FFFFFF"/>
                </a:solidFill>
              </a:rPr>
              <a:t>Testing and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57607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What was tested?</a:t>
            </a:r>
          </a:p>
          <a:p>
            <a:pPr>
              <a:defRPr sz="2000"/>
            </a:pPr>
            <a:r>
              <a:t>What issue was found?</a:t>
            </a:r>
          </a:p>
          <a:p>
            <a:pPr>
              <a:defRPr sz="2000"/>
            </a:pPr>
            <a:r>
              <a:t>What improvement was made?</a:t>
            </a:r>
          </a:p>
          <a:p>
            <a:pPr>
              <a:defRPr sz="2000"/>
            </a:pPr>
            <a:r>
              <a:t>What changed in the final design?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143000"/>
            <a:ext cx="4663440" cy="3931920"/>
          </a:xfrm>
          <a:prstGeom prst="roundRect">
            <a:avLst/>
          </a:prstGeom>
          <a:solidFill>
            <a:srgbClr val="F2F2F2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274320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5A5A5A"/>
                </a:solidFill>
              </a:rPr>
              <a:t>Insert image here</a:t>
            </a:r>
          </a:p>
          <a:p>
            <a:r>
              <a:rPr sz="1600">
                <a:solidFill>
                  <a:srgbClr val="5A5A5A"/>
                </a:solidFill>
              </a:rPr>
              <a:t>(3D model or printed prototype)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FFFFFF"/>
                </a:solidFill>
              </a:rPr>
              <a:t>Benefits of the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57607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Why the case is a good solution</a:t>
            </a:r>
          </a:p>
          <a:p>
            <a:pPr>
              <a:defRPr sz="2000"/>
            </a:pPr>
            <a:r>
              <a:t>How it meets user needs</a:t>
            </a:r>
          </a:p>
          <a:p>
            <a:pPr>
              <a:defRPr sz="2000"/>
            </a:pPr>
            <a:r>
              <a:t>How it supports safe handling and use</a:t>
            </a:r>
          </a:p>
          <a:p>
            <a:pPr>
              <a:defRPr sz="2000"/>
            </a:pPr>
            <a:r>
              <a:t>What makes the final version effective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143000"/>
            <a:ext cx="4663440" cy="3931920"/>
          </a:xfrm>
          <a:prstGeom prst="roundRect">
            <a:avLst/>
          </a:prstGeom>
          <a:solidFill>
            <a:srgbClr val="F2F2F2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274320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5A5A5A"/>
                </a:solidFill>
              </a:rPr>
              <a:t>Insert image here</a:t>
            </a:r>
          </a:p>
          <a:p>
            <a:r>
              <a:rPr sz="1600">
                <a:solidFill>
                  <a:srgbClr val="5A5A5A"/>
                </a:solidFill>
              </a:rPr>
              <a:t>(3D model or printed prototype)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FFFFFF"/>
                </a:solidFill>
              </a:rPr>
              <a:t>Final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What worked well?</a:t>
            </a:r>
          </a:p>
          <a:p>
            <a:pPr>
              <a:defRPr sz="2000"/>
            </a:pPr>
            <a:r>
              <a:t>What would you change next time?</a:t>
            </a:r>
          </a:p>
          <a:p>
            <a:pPr>
              <a:defRPr sz="2000"/>
            </a:pPr>
            <a:r>
              <a:t>What did you learn from the design/prototype process?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